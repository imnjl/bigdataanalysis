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Multi-Agent RAG System — Diagrams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diagrams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26188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8252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