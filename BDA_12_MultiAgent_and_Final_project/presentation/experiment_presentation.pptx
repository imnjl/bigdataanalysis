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 RAG Experiment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&amp;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618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